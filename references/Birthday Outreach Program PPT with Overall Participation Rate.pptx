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7" r:id="rId3"/>
    <p:sldId id="306" r:id="rId4"/>
  </p:sldIdLst>
  <p:sldSz cx="12192000" cy="6858000"/>
  <p:notesSz cx="6858000" cy="11142663"/>
  <p:embeddedFontLst>
    <p:embeddedFont>
      <p:font typeface="Anton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3" roundtripDataSignature="AMtx7mglrGfHW0rIewJblxyAv7nHyoB1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6" Type="http://schemas.openxmlformats.org/officeDocument/2006/relationships/theme" Target="theme/theme1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74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55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92" tIns="47983" rIns="95992" bIns="47983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55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92" tIns="47983" rIns="95992" bIns="47983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725" y="1392238"/>
            <a:ext cx="6686550" cy="37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5362407"/>
            <a:ext cx="5486400" cy="438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92" tIns="47983" rIns="95992" bIns="47983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583598"/>
            <a:ext cx="2971800" cy="55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92" tIns="47983" rIns="95992" bIns="47983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10583598"/>
            <a:ext cx="2971800" cy="55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992" tIns="47983" rIns="95992" bIns="47983" anchor="b" anchorCtr="0">
            <a:noAutofit/>
          </a:bodyPr>
          <a:lstStyle/>
          <a:p>
            <a:pPr algn="r"/>
            <a:fld id="{00000000-1234-1234-1234-123412341234}" type="slidenum">
              <a:rPr lang="en-PH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PH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37714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5362407"/>
            <a:ext cx="5486400" cy="4387424"/>
          </a:xfrm>
          <a:prstGeom prst="rect">
            <a:avLst/>
          </a:prstGeom>
        </p:spPr>
        <p:txBody>
          <a:bodyPr spcFirstLastPara="1" wrap="square" lIns="95992" tIns="47983" rIns="95992" bIns="4798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392238"/>
            <a:ext cx="6686550" cy="37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805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5362407"/>
            <a:ext cx="5486400" cy="4387424"/>
          </a:xfrm>
          <a:prstGeom prst="rect">
            <a:avLst/>
          </a:prstGeom>
        </p:spPr>
        <p:txBody>
          <a:bodyPr spcFirstLastPara="1" wrap="square" lIns="95992" tIns="47983" rIns="95992" bIns="4798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392238"/>
            <a:ext cx="6686550" cy="37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1610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5362407"/>
            <a:ext cx="5486400" cy="4387424"/>
          </a:xfrm>
          <a:prstGeom prst="rect">
            <a:avLst/>
          </a:prstGeom>
        </p:spPr>
        <p:txBody>
          <a:bodyPr spcFirstLastPara="1" wrap="square" lIns="95992" tIns="47983" rIns="95992" bIns="4798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392238"/>
            <a:ext cx="6686550" cy="37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8660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367155" y="3597860"/>
            <a:ext cx="11742057" cy="1013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nton"/>
              <a:buNone/>
            </a:pPr>
            <a:r>
              <a:rPr lang="en-US" dirty="0" smtClean="0">
                <a:latin typeface="Anton"/>
                <a:ea typeface="Anton"/>
                <a:cs typeface="Anton"/>
                <a:sym typeface="Anton"/>
              </a:rPr>
              <a:t>BIRTHDAY KO, HANDOG NAMIN SA IYO</a:t>
            </a:r>
            <a:endParaRPr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40422" y="2566224"/>
            <a:ext cx="11742057" cy="69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2" name="Google Shape;92;p1" descr="Bataan.gov.ph – The Official Website of the Provincial Government of Bataan"/>
          <p:cNvPicPr preferRelativeResize="0"/>
          <p:nvPr/>
        </p:nvPicPr>
        <p:blipFill rotWithShape="1">
          <a:blip r:embed="rId3">
            <a:alphaModFix/>
          </a:blip>
          <a:srcRect l="10193" r="13023"/>
          <a:stretch/>
        </p:blipFill>
        <p:spPr>
          <a:xfrm>
            <a:off x="8450318" y="4262435"/>
            <a:ext cx="3658894" cy="25830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2611108" y="509971"/>
            <a:ext cx="6800683" cy="2135467"/>
            <a:chOff x="1686528" y="94416"/>
            <a:chExt cx="8709187" cy="2679850"/>
          </a:xfrm>
        </p:grpSpPr>
        <p:pic>
          <p:nvPicPr>
            <p:cNvPr id="90" name="Google Shape;90;p1"/>
            <p:cNvPicPr preferRelativeResize="0"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6528" y="95462"/>
              <a:ext cx="2947914" cy="26788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" descr="PHRMO LOGO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18991" y="119525"/>
              <a:ext cx="2852691" cy="2628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0;p1"/>
            <p:cNvPicPr preferRelativeResize="0"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6911" y="94416"/>
              <a:ext cx="2678804" cy="26788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89;p1"/>
          <p:cNvSpPr txBox="1">
            <a:spLocks/>
          </p:cNvSpPr>
          <p:nvPr/>
        </p:nvSpPr>
        <p:spPr>
          <a:xfrm>
            <a:off x="-2839261" y="6497052"/>
            <a:ext cx="11742057" cy="69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3600"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Arial"/>
                <a:cs typeface="Times New Roman" panose="02020603050405020304" pitchFamily="18" charset="0"/>
                <a:sym typeface="Arial"/>
              </a:rPr>
              <a:t>PROVINCIAL GOVERNMENT OF BATAAN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subTitle" idx="1"/>
          </p:nvPr>
        </p:nvSpPr>
        <p:spPr>
          <a:xfrm>
            <a:off x="302279" y="321965"/>
            <a:ext cx="11172824" cy="54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dirty="0" smtClean="0">
                <a:latin typeface="Anton" pitchFamily="2" charset="0"/>
                <a:ea typeface="Arial"/>
                <a:cs typeface="Arial"/>
                <a:sym typeface="Arial"/>
              </a:rPr>
              <a:t>INFORMATION TABLE</a:t>
            </a:r>
            <a:endParaRPr sz="3600" dirty="0">
              <a:latin typeface="Anton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65" y="4353702"/>
            <a:ext cx="1199654" cy="119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PHRMO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6917" y="5867400"/>
            <a:ext cx="1106829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 descr="Bataan.gov.ph – The Official Website of the Provincial Government of Bataan"/>
          <p:cNvPicPr preferRelativeResize="0"/>
          <p:nvPr/>
        </p:nvPicPr>
        <p:blipFill rotWithShape="1">
          <a:blip r:embed="rId5">
            <a:alphaModFix/>
          </a:blip>
          <a:srcRect l="10193" r="13023"/>
          <a:stretch/>
        </p:blipFill>
        <p:spPr>
          <a:xfrm>
            <a:off x="9045523" y="4877618"/>
            <a:ext cx="3146477" cy="1942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ftr" idx="11"/>
          </p:nvPr>
        </p:nvSpPr>
        <p:spPr>
          <a:xfrm>
            <a:off x="1" y="6419850"/>
            <a:ext cx="10420350" cy="399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Provincial Government of Bataan – Provincial Human Resource Management Office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74424" y="52266"/>
            <a:ext cx="1006030" cy="831899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99" y="830042"/>
            <a:ext cx="6432676" cy="56745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3273" y="884165"/>
            <a:ext cx="546735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subTitle" idx="1"/>
          </p:nvPr>
        </p:nvSpPr>
        <p:spPr>
          <a:xfrm>
            <a:off x="302279" y="321965"/>
            <a:ext cx="11172824" cy="54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PH" sz="3600" dirty="0" smtClean="0">
                <a:latin typeface="Anton" pitchFamily="2" charset="0"/>
                <a:ea typeface="Arial"/>
                <a:cs typeface="Arial"/>
                <a:sym typeface="Arial"/>
              </a:rPr>
              <a:t>PARTICIPATION RATE</a:t>
            </a:r>
            <a:endParaRPr sz="3600" dirty="0">
              <a:latin typeface="Anton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65" y="4353702"/>
            <a:ext cx="1199654" cy="119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PHRMO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6917" y="5867400"/>
            <a:ext cx="1106829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 descr="Bataan.gov.ph – The Official Website of the Provincial Government of Bataan"/>
          <p:cNvPicPr preferRelativeResize="0"/>
          <p:nvPr/>
        </p:nvPicPr>
        <p:blipFill rotWithShape="1">
          <a:blip r:embed="rId5">
            <a:alphaModFix/>
          </a:blip>
          <a:srcRect l="10193" r="13023"/>
          <a:stretch/>
        </p:blipFill>
        <p:spPr>
          <a:xfrm>
            <a:off x="9045523" y="4877618"/>
            <a:ext cx="3146477" cy="1942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ftr" idx="11"/>
          </p:nvPr>
        </p:nvSpPr>
        <p:spPr>
          <a:xfrm>
            <a:off x="1" y="6419850"/>
            <a:ext cx="10420350" cy="399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Provincial Government of Bataan – Provincial Human Resource Management Office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74424" y="52266"/>
            <a:ext cx="1006030" cy="831899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85" y="884165"/>
            <a:ext cx="7939451" cy="5257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08554" y="1056307"/>
            <a:ext cx="377190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OVERALL AVERAGE EMPLOYEE PARTICIPATION RATE:</a:t>
            </a:r>
          </a:p>
          <a:p>
            <a:pPr algn="ctr"/>
            <a:r>
              <a:rPr lang="en-US" sz="2400" b="1" dirty="0" smtClean="0"/>
              <a:t>24.14%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979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2782</TotalTime>
  <Words>43</Words>
  <Application>Microsoft Office PowerPoint</Application>
  <PresentationFormat>Widescreen</PresentationFormat>
  <Paragraphs>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Anton</vt:lpstr>
      <vt:lpstr>Calibri</vt:lpstr>
      <vt:lpstr>Times New Roman</vt:lpstr>
      <vt:lpstr>Arial</vt:lpstr>
      <vt:lpstr>Office Theme</vt:lpstr>
      <vt:lpstr>BIRTHDAY KO, HANDOG NAMIN SA IYO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PROVINCIAL GOVERNMENT OF BATAAN</dc:title>
  <dc:creator>Amiel Tolentino</dc:creator>
  <cp:lastModifiedBy>HRMO</cp:lastModifiedBy>
  <cp:revision>65</cp:revision>
  <cp:lastPrinted>2026-01-08T02:04:48Z</cp:lastPrinted>
  <dcterms:created xsi:type="dcterms:W3CDTF">2023-04-04T06:22:15Z</dcterms:created>
  <dcterms:modified xsi:type="dcterms:W3CDTF">2026-01-29T17:30:50Z</dcterms:modified>
</cp:coreProperties>
</file>